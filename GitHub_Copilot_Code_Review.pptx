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4572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1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Approach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73152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 Review Workflow for Selenium &amp; Playwright Projects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Automation Team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65192"/>
            <a:ext cx="9144000" cy="4572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D71E2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09728" cy="54864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not enabled in Enterprise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reviews are time-consuming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review standards across teams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automation workflow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6459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 Chat for local reviews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 files for standards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prompts and workflows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commit message format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F9F9F9"/>
          </a:solidFill>
          <a:ln w="25400">
            <a:solidFill>
              <a:srgbClr val="D71E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GitHub Copilot in VS Code to enforce automation standards without Enterprise enablement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09728" cy="54864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Files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24712"/>
            <a:ext cx="2697480" cy="45720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61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+ QAF + Java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709928"/>
            <a:ext cx="2478024" cy="32004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728216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Selenium_Java_WAF_Instructions.md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coding standards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patterns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handling rules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guidelines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3260" y="10515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3260" y="1051560"/>
            <a:ext cx="269748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23260" y="1124712"/>
            <a:ext cx="2697480" cy="45720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16" name="Text 14"/>
          <p:cNvSpPr/>
          <p:nvPr/>
        </p:nvSpPr>
        <p:spPr>
          <a:xfrm>
            <a:off x="3223260" y="1161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TypeScript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2988" y="1709928"/>
            <a:ext cx="2478024" cy="32004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8" name="Text 16"/>
          <p:cNvSpPr/>
          <p:nvPr/>
        </p:nvSpPr>
        <p:spPr>
          <a:xfrm>
            <a:off x="3332988" y="1728216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Playwright_TS_Instructions.md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60420" y="2148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best practices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structure patterns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handling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usage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0515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051560"/>
            <a:ext cx="269748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1124712"/>
            <a:ext cx="2697480" cy="45720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161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0488" y="1709928"/>
            <a:ext cx="2478024" cy="32004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5" name="Text 23"/>
          <p:cNvSpPr/>
          <p:nvPr/>
        </p:nvSpPr>
        <p:spPr>
          <a:xfrm>
            <a:off x="6190488" y="1728216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6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Commit_Message_Instructions.md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0" y="2148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attribution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format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structure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linking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format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9F9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2D292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/copilot/  ├── Selenium_Java_WAF_Instructions.md  ├── Playwright_TS_Instructions.md  └── Commit_Message_Instructions.md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09728" cy="54864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Key Use Cases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78992"/>
            <a:ext cx="4114800" cy="54864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Self-Review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965960" y="1783080"/>
            <a:ext cx="640080" cy="640080"/>
          </a:xfrm>
          <a:prstGeom prst="ellipse">
            <a:avLst/>
          </a:prstGeom>
          <a:solidFill>
            <a:srgbClr val="F9F9F9"/>
          </a:solidFill>
          <a:ln w="38100">
            <a:solidFill>
              <a:srgbClr val="D71E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874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1E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/&gt;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Raising PR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modifies code files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files in VS Code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Copilot Chat to review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issues before committing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proper commit message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41148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078992"/>
            <a:ext cx="4114800" cy="54864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640080" cy="640080"/>
          </a:xfrm>
          <a:prstGeom prst="ellipse">
            <a:avLst/>
          </a:prstGeom>
          <a:solidFill>
            <a:srgbClr val="F9F9F9"/>
          </a:solidFill>
          <a:ln w="38100">
            <a:solidFill>
              <a:srgbClr val="D71E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874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Pull Requests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8346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 in VS Code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file-by-file with Copilot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targeted prompts for review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inline PR comments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summary feedback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the same instruction files for consistent standards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109728" cy="50292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1: Developer Self-Review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86868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8869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32588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Files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55648" y="1371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105156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05156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86868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8869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132588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1371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86200" y="105156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86200" y="105156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86868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8869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132588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Ask Copilot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1371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0" y="105156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105156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86868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8869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132588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Issues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04888" y="1371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52360" y="1051560"/>
            <a:ext cx="1417320" cy="1234440"/>
          </a:xfrm>
          <a:prstGeom prst="rect">
            <a:avLst/>
          </a:prstGeom>
          <a:solidFill>
            <a:srgbClr val="FFCD41"/>
          </a:solidFill>
          <a:ln w="12700">
            <a:solidFill>
              <a:srgbClr val="FDB91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105156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2" name="Shape 30"/>
          <p:cNvSpPr/>
          <p:nvPr/>
        </p:nvSpPr>
        <p:spPr>
          <a:xfrm>
            <a:off x="7955280" y="86868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8869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132588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Push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Pre-PR Review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65760" y="28803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880360"/>
            <a:ext cx="457200" cy="17373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Issues Early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problems before they enter the PR review cycle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28803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2880360"/>
            <a:ext cx="457200" cy="17373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74904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PR Approval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4904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code means fewer review iterations needed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28803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2880360"/>
            <a:ext cx="457200" cy="17373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48" name="Text 46"/>
          <p:cNvSpPr/>
          <p:nvPr/>
        </p:nvSpPr>
        <p:spPr>
          <a:xfrm>
            <a:off x="60350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Opportunity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learn standards through immediate AI feedback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109728" cy="50292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2: Code Reviewer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77724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7955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55648" y="1280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9601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96012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77724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7955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1234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Block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1280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86200" y="9601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86200" y="96012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77724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7955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1234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1280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0" y="9601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96012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77724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7955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1234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04888" y="1280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52360" y="960120"/>
            <a:ext cx="1417320" cy="1234440"/>
          </a:xfrm>
          <a:prstGeom prst="rect">
            <a:avLst/>
          </a:prstGeom>
          <a:solidFill>
            <a:srgbClr val="FFCD41"/>
          </a:solidFill>
          <a:ln w="12700">
            <a:solidFill>
              <a:srgbClr val="FDB91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960120"/>
            <a:ext cx="141732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2" name="Shape 30"/>
          <p:cNvSpPr/>
          <p:nvPr/>
        </p:nvSpPr>
        <p:spPr>
          <a:xfrm>
            <a:off x="7955280" y="777240"/>
            <a:ext cx="411480" cy="41148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7955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1234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Review Prompt Example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65760" y="2651760"/>
            <a:ext cx="8412480" cy="1280160"/>
          </a:xfrm>
          <a:prstGeom prst="rect">
            <a:avLst/>
          </a:prstGeom>
          <a:solidFill>
            <a:srgbClr val="2D292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274320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selected code against our automation guidelines.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D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Does each test validate a single clear behavior?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D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Are assertions precise and meaningful?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D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Any unnecessary sleeps or hard-coded URLs?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 specific review comments I can use in the PR.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0233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023360"/>
            <a:ext cx="73152" cy="8229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Summary Comment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using automation guidelines. Issues: Locator strategy violations, Missing JavaDoc.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40233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4023360"/>
            <a:ext cx="73152" cy="8229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4069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Review Areas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09160" y="4343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• Page Objects • Locators • Fixtures • Wait Handling •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09728" cy="54864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 Configuration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411480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06424"/>
            <a:ext cx="4114800" cy="36576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24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&amp; Copilot Chat extensions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Pull Requests extension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with /copilot folder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411480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106424"/>
            <a:ext cx="4114800" cy="36576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24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Setup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Press Ctrl+Shift+P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Search 'Open Workspace Settings (JSON)'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the configuration below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Save and reload VS Code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1828800"/>
          </a:xfrm>
          <a:prstGeom prst="rect">
            <a:avLst/>
          </a:prstGeom>
          <a:solidFill>
            <a:srgbClr val="2D292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"github.copilot.chat.reviewSelection.instructions":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"file": "copilot/Selenium_Java_WAF_Instructions.md"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"github.copilot.chat.commitMessageGeneration.instructions":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"file": "copilot/Commit_Message_Instructions.md"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"text": "Use conventional commit message format."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82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with Playwright_TS_Instructions.md for Playwright projects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09728" cy="54864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Message Generation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2560320"/>
          </a:xfrm>
          <a:prstGeom prst="rect">
            <a:avLst/>
          </a:prstGeom>
          <a:solidFill>
            <a:srgbClr val="2D292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Format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CD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&lt;Your Name&gt;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D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&lt;Short subject line&gt;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D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&lt;Detailed explanation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what and why&gt;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D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JIRA-1234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411480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Standardize?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73152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linking enables full audit trail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73152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585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history for future developers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73152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automated changelog generation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73152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64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 across all team members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14800"/>
            <a:ext cx="265176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7" name="Shape 25"/>
          <p:cNvSpPr/>
          <p:nvPr/>
        </p:nvSpPr>
        <p:spPr>
          <a:xfrm>
            <a:off x="1463040" y="3931920"/>
            <a:ext cx="365760" cy="36576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8" name="Text 26"/>
          <p:cNvSpPr/>
          <p:nvPr/>
        </p:nvSpPr>
        <p:spPr>
          <a:xfrm>
            <a:off x="1463040" y="39502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Changes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343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46120" y="41148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4114800"/>
            <a:ext cx="265176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3" name="Shape 31"/>
          <p:cNvSpPr/>
          <p:nvPr/>
        </p:nvSpPr>
        <p:spPr>
          <a:xfrm>
            <a:off x="4343400" y="3931920"/>
            <a:ext cx="365760" cy="36576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39502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4612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Sparkle Icon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97880" y="4343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4114800"/>
            <a:ext cx="2651760" cy="777240"/>
          </a:xfrm>
          <a:prstGeom prst="rect">
            <a:avLst/>
          </a:prstGeom>
          <a:solidFill>
            <a:srgbClr val="FFCD41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4114800"/>
            <a:ext cx="265176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9" name="Shape 37"/>
          <p:cNvSpPr/>
          <p:nvPr/>
        </p:nvSpPr>
        <p:spPr>
          <a:xfrm>
            <a:off x="7223760" y="3931920"/>
            <a:ext cx="365760" cy="36576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40" name="Text 38"/>
          <p:cNvSpPr/>
          <p:nvPr/>
        </p:nvSpPr>
        <p:spPr>
          <a:xfrm>
            <a:off x="7223760" y="39502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26480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Message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4572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29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06424"/>
            <a:ext cx="4023360" cy="36576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24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Instruction files for standards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Use cases (Dev &amp; Reviewer)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commit format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106424"/>
            <a:ext cx="4023360" cy="36576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24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Enterprise Copilot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code quality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 cycles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standards adoption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74720"/>
            <a:ext cx="269748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329184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310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VS Code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config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4747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474720"/>
            <a:ext cx="269748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329184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3310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91840" y="3749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instruction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repos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4747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474720"/>
            <a:ext cx="269748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0" y="329184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3310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6480" y="3749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today!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0" y="4965192"/>
            <a:ext cx="9144000" cy="45720"/>
          </a:xfrm>
          <a:prstGeom prst="rect">
            <a:avLst/>
          </a:prstGeom>
          <a:solidFill>
            <a:srgbClr val="FFCD41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D71E2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Code Review Approach</dc:title>
  <dc:subject>PptxGenJS Presentation</dc:subject>
  <dc:creator>QA Automation Team</dc:creator>
  <cp:lastModifiedBy>QA Automation Team</cp:lastModifiedBy>
  <cp:revision>1</cp:revision>
  <dcterms:created xsi:type="dcterms:W3CDTF">2026-02-05T09:08:30Z</dcterms:created>
  <dcterms:modified xsi:type="dcterms:W3CDTF">2026-02-05T09:08:30Z</dcterms:modified>
</cp:coreProperties>
</file>