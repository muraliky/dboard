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3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1: Test Automation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4747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457200" cy="457200"/>
          </a:xfrm>
          <a:prstGeom prst="ellipse">
            <a:avLst/>
          </a:prstGeom>
          <a:solidFill>
            <a:srgbClr val="FFE5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44018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using GitHub Copilot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5800" y="1874520"/>
            <a:ext cx="3017520" cy="18288"/>
          </a:xfrm>
          <a:prstGeom prst="rect">
            <a:avLst/>
          </a:prstGeom>
          <a:solidFill>
            <a:srgbClr val="E1E8ED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965960"/>
            <a:ext cx="3017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Code Generation</a:t>
            </a:r>
            <a:endParaRPr lang="en-US" sz="1200" dirty="0"/>
          </a:p>
          <a:p>
            <a:pPr lvl="1"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locators &amp; methods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Enforcement</a:t>
            </a:r>
            <a:endParaRPr lang="en-US" sz="1200" dirty="0"/>
          </a:p>
          <a:p>
            <a:pPr lvl="1"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instructions with best practices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Consistency</a:t>
            </a:r>
            <a:endParaRPr lang="en-US" sz="1200" dirty="0"/>
          </a:p>
          <a:p>
            <a:pPr lvl="1"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code quality across team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06240" y="1097280"/>
            <a:ext cx="1645920" cy="548640"/>
          </a:xfrm>
          <a:prstGeom prst="rect">
            <a:avLst/>
          </a:prstGeom>
          <a:solidFill>
            <a:srgbClr val="E8F4F8"/>
          </a:solidFill>
          <a:ln w="25400">
            <a:solidFill>
              <a:srgbClr val="0891B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2344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1097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DOM/HTML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846320" y="1668780"/>
            <a:ext cx="365760" cy="13716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206240" y="1828800"/>
            <a:ext cx="1645920" cy="548640"/>
          </a:xfrm>
          <a:prstGeom prst="rect">
            <a:avLst/>
          </a:prstGeom>
          <a:solidFill>
            <a:srgbClr val="FFE5E5"/>
          </a:solidFill>
          <a:ln w="25400">
            <a:solidFill>
              <a:srgbClr val="FF6B6B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96596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663440" y="18288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846320" y="2400300"/>
            <a:ext cx="365760" cy="13716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4206240" y="2560320"/>
            <a:ext cx="1645920" cy="548640"/>
          </a:xfrm>
          <a:prstGeom prst="rect">
            <a:avLst/>
          </a:prstGeom>
          <a:solidFill>
            <a:srgbClr val="E8F4F8"/>
          </a:solidFill>
          <a:ln w="25400">
            <a:solidFill>
              <a:srgbClr val="0891B2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2697480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63440" y="25603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11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4846320" y="3131820"/>
            <a:ext cx="365760" cy="13716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4206240" y="3291840"/>
            <a:ext cx="1645920" cy="548640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3400" y="3429000"/>
            <a:ext cx="274320" cy="27432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4663440" y="32918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Code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100" dirty="0"/>
          </a:p>
        </p:txBody>
      </p:sp>
      <p:sp>
        <p:nvSpPr>
          <p:cNvPr id="25" name="Shape 15"/>
          <p:cNvSpPr/>
          <p:nvPr/>
        </p:nvSpPr>
        <p:spPr>
          <a:xfrm>
            <a:off x="6217920" y="1097280"/>
            <a:ext cx="2468880" cy="3474720"/>
          </a:xfrm>
          <a:prstGeom prst="rect">
            <a:avLst/>
          </a:prstGeom>
          <a:solidFill>
            <a:srgbClr val="2E3A59"/>
          </a:solidFill>
          <a:ln/>
        </p:spPr>
      </p:sp>
      <p:sp>
        <p:nvSpPr>
          <p:cNvPr id="26" name="Text 16"/>
          <p:cNvSpPr/>
          <p:nvPr/>
        </p:nvSpPr>
        <p:spPr>
          <a:xfrm>
            <a:off x="6355080" y="13258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200" dirty="0"/>
          </a:p>
        </p:txBody>
      </p:sp>
      <p:sp>
        <p:nvSpPr>
          <p:cNvPr id="27" name="Text 17"/>
          <p:cNvSpPr/>
          <p:nvPr/>
        </p:nvSpPr>
        <p:spPr>
          <a:xfrm>
            <a:off x="6355080" y="16459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62%</a:t>
            </a:r>
            <a:endParaRPr lang="en-US" sz="6000" dirty="0"/>
          </a:p>
        </p:txBody>
      </p:sp>
      <p:sp>
        <p:nvSpPr>
          <p:cNvPr id="28" name="Text 18"/>
          <p:cNvSpPr/>
          <p:nvPr/>
        </p:nvSpPr>
        <p:spPr>
          <a:xfrm>
            <a:off x="6355080" y="23774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1600" dirty="0"/>
          </a:p>
        </p:txBody>
      </p:sp>
      <p:sp>
        <p:nvSpPr>
          <p:cNvPr id="29" name="Shape 19"/>
          <p:cNvSpPr/>
          <p:nvPr/>
        </p:nvSpPr>
        <p:spPr>
          <a:xfrm>
            <a:off x="6355080" y="2743200"/>
            <a:ext cx="2194560" cy="18288"/>
          </a:xfrm>
          <a:prstGeom prst="rect">
            <a:avLst/>
          </a:prstGeom>
          <a:solidFill>
            <a:srgbClr val="FFA500">
              <a:alpha val="50000"/>
            </a:srgbClr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2971800"/>
            <a:ext cx="274320" cy="27432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766560" y="3017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pPr indent="0" marL="0">
              <a:buNone/>
            </a:pPr>
            <a:r>
              <a:rPr lang="en-US" sz="1200" dirty="0">
                <a:solidFill>
                  <a:srgbClr val="E1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hrs</a:t>
            </a:r>
            <a:endParaRPr lang="en-US" sz="120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6520" y="3383280"/>
            <a:ext cx="274320" cy="27432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6766560" y="34290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</a:t>
            </a:r>
            <a:pPr indent="0" marL="0">
              <a:buNone/>
            </a:pPr>
            <a:r>
              <a:rPr lang="en-US" sz="1200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hrs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3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2: Code Review Automation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4747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457200" cy="457200"/>
          </a:xfrm>
          <a:prstGeom prst="ellipse">
            <a:avLst/>
          </a:prstGeom>
          <a:solidFill>
            <a:srgbClr val="FFE5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44018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Reviews using GitHub Copilot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5800" y="1874520"/>
            <a:ext cx="3017520" cy="18288"/>
          </a:xfrm>
          <a:prstGeom prst="rect">
            <a:avLst/>
          </a:prstGeom>
          <a:solidFill>
            <a:srgbClr val="E1E8ED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965960"/>
            <a:ext cx="3017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Quality Assurance</a:t>
            </a:r>
            <a:endParaRPr lang="en-US" sz="1200" dirty="0"/>
          </a:p>
          <a:p>
            <a:pPr lvl="1"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PR review with feedback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Compliance</a:t>
            </a:r>
            <a:endParaRPr lang="en-US" sz="1200" dirty="0"/>
          </a:p>
          <a:p>
            <a:pPr lvl="1"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coding standards automatically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Feedback Loop</a:t>
            </a:r>
            <a:endParaRPr lang="en-US" sz="1200" dirty="0"/>
          </a:p>
          <a:p>
            <a:pPr lvl="1"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iteration &amp; deployment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06240" y="1097280"/>
            <a:ext cx="1645920" cy="548640"/>
          </a:xfrm>
          <a:prstGeom prst="rect">
            <a:avLst/>
          </a:prstGeom>
          <a:solidFill>
            <a:srgbClr val="E8F4F8"/>
          </a:solidFill>
          <a:ln w="25400">
            <a:solidFill>
              <a:srgbClr val="0891B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2344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1097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846320" y="1668780"/>
            <a:ext cx="365760" cy="13716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206240" y="1828800"/>
            <a:ext cx="1645920" cy="548640"/>
          </a:xfrm>
          <a:prstGeom prst="rect">
            <a:avLst/>
          </a:prstGeom>
          <a:solidFill>
            <a:srgbClr val="FFE5E5"/>
          </a:solidFill>
          <a:ln w="25400">
            <a:solidFill>
              <a:srgbClr val="FF6B6B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96596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663440" y="18288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846320" y="2400300"/>
            <a:ext cx="365760" cy="13716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4206240" y="2560320"/>
            <a:ext cx="1645920" cy="548640"/>
          </a:xfrm>
          <a:prstGeom prst="rect">
            <a:avLst/>
          </a:prstGeom>
          <a:solidFill>
            <a:srgbClr val="E8F4F8"/>
          </a:solidFill>
          <a:ln w="25400">
            <a:solidFill>
              <a:srgbClr val="0891B2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2697480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63440" y="25603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1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4846320" y="3131820"/>
            <a:ext cx="365760" cy="13716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4206240" y="3291840"/>
            <a:ext cx="1645920" cy="548640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3400" y="3429000"/>
            <a:ext cx="274320" cy="27432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4663440" y="32918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</a:t>
            </a:r>
            <a:endParaRPr lang="en-US" sz="1100" dirty="0"/>
          </a:p>
        </p:txBody>
      </p:sp>
      <p:sp>
        <p:nvSpPr>
          <p:cNvPr id="25" name="Shape 15"/>
          <p:cNvSpPr/>
          <p:nvPr/>
        </p:nvSpPr>
        <p:spPr>
          <a:xfrm>
            <a:off x="6217920" y="1097280"/>
            <a:ext cx="2468880" cy="3474720"/>
          </a:xfrm>
          <a:prstGeom prst="rect">
            <a:avLst/>
          </a:prstGeom>
          <a:solidFill>
            <a:srgbClr val="2E3A59"/>
          </a:solidFill>
          <a:ln/>
        </p:spPr>
      </p:sp>
      <p:sp>
        <p:nvSpPr>
          <p:cNvPr id="26" name="Text 16"/>
          <p:cNvSpPr/>
          <p:nvPr/>
        </p:nvSpPr>
        <p:spPr>
          <a:xfrm>
            <a:off x="6355080" y="13258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200" dirty="0"/>
          </a:p>
        </p:txBody>
      </p:sp>
      <p:sp>
        <p:nvSpPr>
          <p:cNvPr id="27" name="Text 17"/>
          <p:cNvSpPr/>
          <p:nvPr/>
        </p:nvSpPr>
        <p:spPr>
          <a:xfrm>
            <a:off x="6355080" y="16459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83%</a:t>
            </a:r>
            <a:endParaRPr lang="en-US" sz="6000" dirty="0"/>
          </a:p>
        </p:txBody>
      </p:sp>
      <p:sp>
        <p:nvSpPr>
          <p:cNvPr id="28" name="Text 18"/>
          <p:cNvSpPr/>
          <p:nvPr/>
        </p:nvSpPr>
        <p:spPr>
          <a:xfrm>
            <a:off x="6355080" y="23774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1600" dirty="0"/>
          </a:p>
        </p:txBody>
      </p:sp>
      <p:sp>
        <p:nvSpPr>
          <p:cNvPr id="29" name="Shape 19"/>
          <p:cNvSpPr/>
          <p:nvPr/>
        </p:nvSpPr>
        <p:spPr>
          <a:xfrm>
            <a:off x="6355080" y="2743200"/>
            <a:ext cx="2194560" cy="18288"/>
          </a:xfrm>
          <a:prstGeom prst="rect">
            <a:avLst/>
          </a:prstGeom>
          <a:solidFill>
            <a:srgbClr val="FFA500">
              <a:alpha val="50000"/>
            </a:srgbClr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2971800"/>
            <a:ext cx="274320" cy="27432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766560" y="3017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pPr indent="0" marL="0">
              <a:buNone/>
            </a:pPr>
            <a:r>
              <a:rPr lang="en-US" sz="1200" dirty="0">
                <a:solidFill>
                  <a:srgbClr val="E1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0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6520" y="3383280"/>
            <a:ext cx="274320" cy="27432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6766560" y="34290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</a:t>
            </a:r>
            <a:pPr indent="0" marL="0">
              <a:buNone/>
            </a:pPr>
            <a:r>
              <a:rPr lang="en-US" sz="1200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Use Cases</dc:title>
  <dc:subject>PptxGenJS Presentation</dc:subject>
  <dc:creator>GitHub Copilot Demo</dc:creator>
  <cp:lastModifiedBy>GitHub Copilot Demo</cp:lastModifiedBy>
  <cp:revision>1</cp:revision>
  <dcterms:created xsi:type="dcterms:W3CDTF">2026-01-28T13:03:57Z</dcterms:created>
  <dcterms:modified xsi:type="dcterms:W3CDTF">2026-01-28T13:03:57Z</dcterms:modified>
</cp:coreProperties>
</file>