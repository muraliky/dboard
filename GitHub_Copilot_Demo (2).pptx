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Test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FFE5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40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using GitHub Copilot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1874520"/>
            <a:ext cx="3017520" cy="18288"/>
          </a:xfrm>
          <a:prstGeom prst="rect">
            <a:avLst/>
          </a:prstGeom>
          <a:solidFill>
            <a:srgbClr val="E1E8E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965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Code Generation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locators &amp; methods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Enforcement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with best practices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Consistency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code quality across team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109728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1097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DOM/HTML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91640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06240" y="1965960"/>
            <a:ext cx="1645920" cy="54864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6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031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1965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560320"/>
            <a:ext cx="228600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206240" y="283464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97180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429000"/>
            <a:ext cx="228600" cy="2286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206240" y="3703320"/>
            <a:ext cx="1645920" cy="54864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84048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663440" y="3703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6217920" y="1097280"/>
            <a:ext cx="2468880" cy="34747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26" name="Text 16"/>
          <p:cNvSpPr/>
          <p:nvPr/>
        </p:nvSpPr>
        <p:spPr>
          <a:xfrm>
            <a:off x="635508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6355080" y="1645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6000" dirty="0"/>
          </a:p>
        </p:txBody>
      </p:sp>
      <p:sp>
        <p:nvSpPr>
          <p:cNvPr id="28" name="Text 18"/>
          <p:cNvSpPr/>
          <p:nvPr/>
        </p:nvSpPr>
        <p:spPr>
          <a:xfrm>
            <a:off x="635508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355080" y="2743200"/>
            <a:ext cx="2194560" cy="18288"/>
          </a:xfrm>
          <a:prstGeom prst="rect">
            <a:avLst/>
          </a:prstGeom>
          <a:solidFill>
            <a:srgbClr val="FFA500">
              <a:alpha val="50000"/>
            </a:srgbClr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97180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200" dirty="0">
                <a:solidFill>
                  <a:srgbClr val="E1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383280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2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hrs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Code Review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FFE5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40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using GitHub Copilot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1874520"/>
            <a:ext cx="3017520" cy="18288"/>
          </a:xfrm>
          <a:prstGeom prst="rect">
            <a:avLst/>
          </a:prstGeom>
          <a:solidFill>
            <a:srgbClr val="E1E8E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965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Assurance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 review with feedback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Compliance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coding standards automatically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Feedback Loop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 &amp; deployment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109728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1097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91640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06240" y="1965960"/>
            <a:ext cx="1645920" cy="54864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6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031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1965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560320"/>
            <a:ext cx="228600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206240" y="283464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97180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429000"/>
            <a:ext cx="228600" cy="2286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206240" y="3703320"/>
            <a:ext cx="1645920" cy="54864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84048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663440" y="3703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6217920" y="1097280"/>
            <a:ext cx="2468880" cy="34747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26" name="Text 16"/>
          <p:cNvSpPr/>
          <p:nvPr/>
        </p:nvSpPr>
        <p:spPr>
          <a:xfrm>
            <a:off x="635508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6355080" y="1645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6000" dirty="0"/>
          </a:p>
        </p:txBody>
      </p:sp>
      <p:sp>
        <p:nvSpPr>
          <p:cNvPr id="28" name="Text 18"/>
          <p:cNvSpPr/>
          <p:nvPr/>
        </p:nvSpPr>
        <p:spPr>
          <a:xfrm>
            <a:off x="635508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355080" y="2743200"/>
            <a:ext cx="2194560" cy="18288"/>
          </a:xfrm>
          <a:prstGeom prst="rect">
            <a:avLst/>
          </a:prstGeom>
          <a:solidFill>
            <a:srgbClr val="FFA500">
              <a:alpha val="50000"/>
            </a:srgbClr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97180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200" dirty="0">
                <a:solidFill>
                  <a:srgbClr val="E1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383280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2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Use Cases</dc:title>
  <dc:subject>PptxGenJS Presentation</dc:subject>
  <dc:creator>GitHub Copilot Demo</dc:creator>
  <cp:lastModifiedBy>GitHub Copilot Demo</cp:lastModifiedBy>
  <cp:revision>1</cp:revision>
  <dcterms:created xsi:type="dcterms:W3CDTF">2026-01-28T13:22:17Z</dcterms:created>
  <dcterms:modified xsi:type="dcterms:W3CDTF">2026-01-28T13:22:17Z</dcterms:modified>
</cp:coreProperties>
</file>