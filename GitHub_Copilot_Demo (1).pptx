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3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1: Test Automation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FFE5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17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using GitHub Copilot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2057400"/>
            <a:ext cx="3566160" cy="18288"/>
          </a:xfrm>
          <a:prstGeom prst="rect">
            <a:avLst/>
          </a:prstGeom>
          <a:solidFill>
            <a:srgbClr val="E1E8ED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1488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Code Generation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locators &amp; methods from DOM/HTML code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test scripting effort significantly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Enforcement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file with coding standards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automation best practices are followed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&amp; Quality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uniform code quality across team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human errors in test creation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2E3A59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IMPACT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2064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62%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512064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Reduction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120640" y="3291840"/>
            <a:ext cx="3291840" cy="18288"/>
          </a:xfrm>
          <a:prstGeom prst="rect">
            <a:avLst/>
          </a:prstGeom>
          <a:solidFill>
            <a:srgbClr val="FFA500">
              <a:alpha val="50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5204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400" dirty="0">
                <a:solidFill>
                  <a:srgbClr val="E1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hours/test case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9776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1500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buNone/>
            </a:pPr>
            <a:r>
              <a:rPr lang="en-US" sz="14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hours/test case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3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2: Code Review Automation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FFE5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17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Reviews using GitHub Copilot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2057400"/>
            <a:ext cx="3566160" cy="18288"/>
          </a:xfrm>
          <a:prstGeom prst="rect">
            <a:avLst/>
          </a:prstGeom>
          <a:solidFill>
            <a:srgbClr val="E1E8ED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1488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Assurance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PRs assigned using custom instructions file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instant, actionable review comments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Compliance Check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coding &amp; automation standards automatically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consistent quality across all code submissions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Feedback Loop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reduces review turnaround time</a:t>
            </a:r>
            <a:endParaRPr lang="en-US" sz="1400" dirty="0"/>
          </a:p>
          <a:p>
            <a:pPr lvl="1"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faster iteration and deployment cycles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2E3A59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GAIN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20640" y="1828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83%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512064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Reviews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120640" y="3291840"/>
            <a:ext cx="3291840" cy="18288"/>
          </a:xfrm>
          <a:prstGeom prst="rect">
            <a:avLst/>
          </a:prstGeom>
          <a:solidFill>
            <a:srgbClr val="FFA500">
              <a:alpha val="50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5204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500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buNone/>
            </a:pPr>
            <a:r>
              <a:rPr lang="en-US" sz="1400" dirty="0">
                <a:solidFill>
                  <a:srgbClr val="E1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min/file</a:t>
            </a:r>
            <a:endParaRPr lang="en-US" sz="14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9776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1500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</a:t>
            </a:r>
            <a:pPr indent="0" marL="0">
              <a:buNone/>
            </a:pPr>
            <a:r>
              <a:rPr lang="en-US" sz="14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min/file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Use Cases</dc:title>
  <dc:subject>PptxGenJS Presentation</dc:subject>
  <dc:creator>GitHub Copilot Demo</dc:creator>
  <cp:lastModifiedBy>GitHub Copilot Demo</cp:lastModifiedBy>
  <cp:revision>1</cp:revision>
  <dcterms:created xsi:type="dcterms:W3CDTF">2026-01-28T08:33:35Z</dcterms:created>
  <dcterms:modified xsi:type="dcterms:W3CDTF">2026-01-28T08:33:35Z</dcterms:modified>
</cp:coreProperties>
</file>